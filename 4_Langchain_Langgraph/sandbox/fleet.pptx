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Electric Vehicle Comparison for Sales Fleet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Recommended Vehicle: Tata Nexon.ev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Alternative Options: Mahindra XEV 9S, Maruti Suzuki e Vitara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Cost-effectiveness, Efficiency, Performance, and Safety of Tata Nexon.ev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The Tata Nexon.ev is the best option for fleet use, while the Mahindra XEV 9S and Maruti Suzuki e Vitara are viable alternatives.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